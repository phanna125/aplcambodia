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K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680"/>
  </p:normalViewPr>
  <p:slideViewPr>
    <p:cSldViewPr snapToGrid="0">
      <p:cViewPr varScale="1">
        <p:scale>
          <a:sx n="141" d="100"/>
          <a:sy n="14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71AE-1272-4CBF-6578-BA14EF0A1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1121E-F1E6-6C8D-6844-04E04E580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0D6EC-5205-1575-D14F-55443AA6A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074F-D873-494D-A4EC-6FFC3B0C9096}" type="datetimeFigureOut">
              <a:rPr lang="en-KH" smtClean="0"/>
              <a:t>16/7/26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74149-5936-4EAD-8905-C7E8508BC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D7A97-3F95-BF19-BC7A-674DE5E91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AB94-3273-E541-9DD2-BF82F7F629CE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662623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7242D-83F0-BCA7-F6F8-BC810B26A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CB53C-B59E-1882-949D-2277BE43A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E0C31-31B3-FAA9-FDC2-D6551652E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074F-D873-494D-A4EC-6FFC3B0C9096}" type="datetimeFigureOut">
              <a:rPr lang="en-KH" smtClean="0"/>
              <a:t>16/7/26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3652C-2B73-6E18-695E-8C797C215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1C517-2EAB-9CD8-3676-90324043F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AB94-3273-E541-9DD2-BF82F7F629CE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53331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8C5E-C252-5CE7-5E1A-E5E5BA3D9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BBE3B-79C9-ACF7-46D2-5079B48B7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AA1C6-E716-627E-26A4-FCF88533B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074F-D873-494D-A4EC-6FFC3B0C9096}" type="datetimeFigureOut">
              <a:rPr lang="en-KH" smtClean="0"/>
              <a:t>16/7/26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85725-A4B4-A28E-CE81-FE3E282C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C281-3689-B821-4D0B-2E76CC0A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AB94-3273-E541-9DD2-BF82F7F629CE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025122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43118-F9E7-D324-3E85-3F963354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9221A-2171-1450-1BF0-A772DBA8D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1244B-1BB2-9361-533D-4DC48A341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D2991-57C2-F43D-8CCB-FE7A5CF52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074F-D873-494D-A4EC-6FFC3B0C9096}" type="datetimeFigureOut">
              <a:rPr lang="en-KH" smtClean="0"/>
              <a:t>16/7/26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4C240-0A31-3691-4CA4-B7674F1DD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715D4-BDFE-2CA2-0660-EF9362871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AB94-3273-E541-9DD2-BF82F7F629CE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246378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63707-15B9-06BB-966B-88DDAACCB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AE179-5BC3-BB74-A743-5BFA43BB4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89070-6C73-F6A2-D924-E2270E58B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7E53A2-F252-9C32-AF74-3087A313BF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0030E9-0C98-EA5F-D193-7C701D798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4AC597-A804-41B0-126B-285F735C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074F-D873-494D-A4EC-6FFC3B0C9096}" type="datetimeFigureOut">
              <a:rPr lang="en-KH" smtClean="0"/>
              <a:t>16/7/26</a:t>
            </a:fld>
            <a:endParaRPr lang="en-K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426CF4-D33C-E65F-8BE9-E10DC31EC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F86365-7F35-5AC6-B228-978F71D8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AB94-3273-E541-9DD2-BF82F7F629CE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831100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3593A-FFEF-1C11-6126-8F52DF2BD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8E6E75-D226-3757-366B-81DC3F880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074F-D873-494D-A4EC-6FFC3B0C9096}" type="datetimeFigureOut">
              <a:rPr lang="en-KH" smtClean="0"/>
              <a:t>16/7/26</a:t>
            </a:fld>
            <a:endParaRPr lang="en-K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6D245-E607-1CB7-D5A7-90A3FECD0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9BE52-213A-67CF-8862-415B16698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AB94-3273-E541-9DD2-BF82F7F629CE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748756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BA504C-20F5-9596-9BC0-1CA2D4B8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074F-D873-494D-A4EC-6FFC3B0C9096}" type="datetimeFigureOut">
              <a:rPr lang="en-KH" smtClean="0"/>
              <a:t>16/7/26</a:t>
            </a:fld>
            <a:endParaRPr lang="en-K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4FF92-9EF5-5569-EDD1-987B1604E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BA3E4-CAE0-F135-09D2-BD9D9EDE4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AB94-3273-E541-9DD2-BF82F7F629CE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647568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D4E5-FD1D-5900-677A-6E8D4DCFE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2026C-51EE-40A5-8925-1084B732B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B54CD-86C6-A836-918F-34CC67164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6F7CB-7034-1906-C500-F180FE162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074F-D873-494D-A4EC-6FFC3B0C9096}" type="datetimeFigureOut">
              <a:rPr lang="en-KH" smtClean="0"/>
              <a:t>16/7/26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8AAF9-51E8-3CE6-D615-DFBA966C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DB1AB-F8C5-6C33-F2CC-A58B2A00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AB94-3273-E541-9DD2-BF82F7F629CE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388083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C8A4A-4AF4-0EFA-46A3-52AFFCD8D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C80C1C-557B-364B-ABBC-67F77DB98A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25052-1BC7-664A-9932-C0BC3D95C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FBA88-A4BC-8EB4-8211-458F64724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074F-D873-494D-A4EC-6FFC3B0C9096}" type="datetimeFigureOut">
              <a:rPr lang="en-KH" smtClean="0"/>
              <a:t>16/7/26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AFD82-F081-30D4-394E-6B5D229BF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5E687-D62E-03DD-55B2-F6D3E0CFD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AB94-3273-E541-9DD2-BF82F7F629CE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086796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8BBDA-4201-1C07-4318-73337E1A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21457-511E-D031-BA00-5F7441679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73CDC-5683-531D-F4B1-8225CB45F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074F-D873-494D-A4EC-6FFC3B0C9096}" type="datetimeFigureOut">
              <a:rPr lang="en-KH" smtClean="0"/>
              <a:t>16/7/26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71CA2-7CE4-8569-5E0F-E312F6AEA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60340-3D93-CE5F-958E-3F43FE0D5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AB94-3273-E541-9DD2-BF82F7F629CE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120298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548CFD-B165-8974-EEE8-F1A12F15F8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58AA8-A301-886D-CD6D-59153B9CA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F6D34-49F6-2CAB-EBED-655525342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074F-D873-494D-A4EC-6FFC3B0C9096}" type="datetimeFigureOut">
              <a:rPr lang="en-KH" smtClean="0"/>
              <a:t>16/7/26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63D20-961C-AC3B-2641-EA8FD4C7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0153-C700-0201-6369-DDA91CA56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AB94-3273-E541-9DD2-BF82F7F629CE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358889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533CB-9339-E596-F195-9BA3222FB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14C61-EDE3-332A-87D9-B845E063D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CDC4E-AD12-5C02-E4D8-575B8780DB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1074F-D873-494D-A4EC-6FFC3B0C9096}" type="datetimeFigureOut">
              <a:rPr lang="en-KH" smtClean="0"/>
              <a:t>16/7/26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D5116-24B9-8EDA-9385-2956DD3C4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4690A-FDBC-D737-69AE-5A74D2E5B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58AB94-3273-E541-9DD2-BF82F7F629CE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66800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DEC2D-66F7-D960-19C5-F48C5C2094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H" dirty="0"/>
              <a:t>Topic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95157-0BDC-5CE2-48A0-9B8839173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26606"/>
            <a:ext cx="9144000" cy="1655762"/>
          </a:xfrm>
        </p:spPr>
        <p:txBody>
          <a:bodyPr/>
          <a:lstStyle/>
          <a:p>
            <a:pPr algn="l"/>
            <a:r>
              <a:rPr lang="en-KH" dirty="0"/>
              <a:t>Group_</a:t>
            </a:r>
            <a:br>
              <a:rPr lang="en-KH" dirty="0"/>
            </a:br>
            <a:r>
              <a:rPr lang="en-KH" dirty="0"/>
              <a:t>Team member:</a:t>
            </a:r>
          </a:p>
        </p:txBody>
      </p:sp>
    </p:spTree>
    <p:extLst>
      <p:ext uri="{BB962C8B-B14F-4D97-AF65-F5344CB8AC3E}">
        <p14:creationId xmlns:p14="http://schemas.microsoft.com/office/powerpoint/2010/main" val="4138967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7E16E-13C9-5E49-DD4B-9C25867D7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H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923C2-F46C-8AC1-6D70-5C9AD5DEB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H" dirty="0"/>
              <a:t>Problem Statement</a:t>
            </a:r>
          </a:p>
          <a:p>
            <a:r>
              <a:rPr lang="en-KH" dirty="0"/>
              <a:t>Solution</a:t>
            </a:r>
          </a:p>
          <a:p>
            <a:r>
              <a:rPr lang="en-KH" dirty="0"/>
              <a:t>System Functions</a:t>
            </a:r>
          </a:p>
          <a:p>
            <a:r>
              <a:rPr lang="en-KH" dirty="0"/>
              <a:t>EER Diagram</a:t>
            </a:r>
          </a:p>
          <a:p>
            <a:r>
              <a:rPr lang="en-KH" dirty="0"/>
              <a:t>Demo: Java Swing (Maximum 4 minutes) </a:t>
            </a:r>
          </a:p>
          <a:p>
            <a:r>
              <a:rPr lang="en-KH" dirty="0"/>
              <a:t>Demo: Spring Boot API &amp; Swagger (Maximum 4 minutes)</a:t>
            </a:r>
          </a:p>
        </p:txBody>
      </p:sp>
    </p:spTree>
    <p:extLst>
      <p:ext uri="{BB962C8B-B14F-4D97-AF65-F5344CB8AC3E}">
        <p14:creationId xmlns:p14="http://schemas.microsoft.com/office/powerpoint/2010/main" val="692715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A0721-67D3-9CA0-88DA-B1D6B6B9D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H" dirty="0"/>
              <a:t>Assignment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7EAF9-1FEC-C5BB-0ED1-E5297D840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KH"/>
              <a:t>Assignment 2 is </a:t>
            </a:r>
            <a:r>
              <a:rPr lang="en-KH" dirty="0"/>
              <a:t>a continuation of Assignment 1.</a:t>
            </a:r>
          </a:p>
          <a:p>
            <a:r>
              <a:rPr lang="en-KH" dirty="0"/>
              <a:t>Students must reuse the existing MySQL database designed in Assignment 1 and develop a Spring Boot REST API that connects to that database.</a:t>
            </a:r>
          </a:p>
          <a:p>
            <a:r>
              <a:rPr lang="en-KH" dirty="0"/>
              <a:t>The project topic must remain the same as Assignment 1.</a:t>
            </a:r>
          </a:p>
          <a:p>
            <a:endParaRPr lang="en-KH" dirty="0"/>
          </a:p>
        </p:txBody>
      </p:sp>
    </p:spTree>
    <p:extLst>
      <p:ext uri="{BB962C8B-B14F-4D97-AF65-F5344CB8AC3E}">
        <p14:creationId xmlns:p14="http://schemas.microsoft.com/office/powerpoint/2010/main" val="23261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82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Topic</vt:lpstr>
      <vt:lpstr>Content</vt:lpstr>
      <vt:lpstr>Assignment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Koun Saktika</dc:creator>
  <cp:lastModifiedBy>Koun Saktika</cp:lastModifiedBy>
  <cp:revision>3</cp:revision>
  <dcterms:created xsi:type="dcterms:W3CDTF">2026-06-24T02:25:41Z</dcterms:created>
  <dcterms:modified xsi:type="dcterms:W3CDTF">2026-07-16T03:57:07Z</dcterms:modified>
</cp:coreProperties>
</file>